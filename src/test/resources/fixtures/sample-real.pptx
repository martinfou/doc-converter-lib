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0"/>
            <a:ext cx="762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3600" b="true"/>
              <a:t>Document Converter Benchmark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2794000"/>
            <a:ext cx="762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1800" i="true"/>
              <a:t>May 2026 — Multi-Library Comparison Report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381000" y="381000"/>
            <a:ext cx="8128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2400" b="true"/>
              <a:t>Benchmark Results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381000" y="889000"/>
            <a:ext cx="8128000" cy="444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1200"/>
              <a:t>Library	Format	Time (ms)	Size (bytes)	Status</a:t>
            </a:r>
          </a:p>
          <a:p>
            <a:r>
              <a:rPr lang="en-US" sz="1200"/>
              <a:t>PDFBox 3.0	TIFF→PDF	264	6891	✅</a:t>
            </a:r>
          </a:p>
          <a:p>
            <a:r>
              <a:rPr lang="en-US" sz="1200"/>
              <a:t>Tika 3.1	EML→PDF	1420	1182	✅</a:t>
            </a:r>
          </a:p>
          <a:p>
            <a:r>
              <a:rPr lang="en-US" sz="1200"/>
              <a:t>docx4j 11.5	DOCX→PDF	3850	12450	⚠️</a:t>
            </a:r>
          </a:p>
          <a:p>
            <a:r>
              <a:rPr lang="en-US" sz="1200"/>
              <a:t>POI 5.4	DOCX→PDF	950	1163	⚠️</a:t>
            </a:r>
          </a:p>
          <a:p>
            <a:r>
              <a:rPr lang="en-US" sz="1200"/>
              <a:t>pdfbox	TIFF→PDF	15	1909	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